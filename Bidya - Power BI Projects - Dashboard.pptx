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59E1-0AEC-A061-FF7F-4E40D22D6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2B0E0-AF08-816C-8ED3-363D10F2E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EA499-CE8D-617E-F21C-A3EFC99D4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1638-E971-464A-ABE4-E7467DF11FD2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FD976-BBB6-5D71-B9CC-DBEF8F89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2E11C-411B-9C15-75AB-1C88A05D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A0F98-AEF6-43C6-BDA6-522B84E5C9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64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EA06-8F2C-B174-005B-839E21983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BB0DB-E9A6-CD78-DC7C-3FE1D4D14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851DA-1067-03AC-B9DD-A8ABE2DEA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1638-E971-464A-ABE4-E7467DF11FD2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C22DB-4470-BFFD-2F26-EBD7F27AC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38FD6-9D1D-5766-61FF-80AC8492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A0F98-AEF6-43C6-BDA6-522B84E5C9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693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56796-3A91-56B5-D388-93DFF33FC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3C959-ABD6-907A-B8AA-B2D3D7552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DE4F9-404F-8D6C-6A36-937645E9A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1638-E971-464A-ABE4-E7467DF11FD2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72517-28E3-BA66-633B-E0BBD2DD8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D3518-9FEB-F147-E8E3-54E03663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A0F98-AEF6-43C6-BDA6-522B84E5C9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443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648F5-3898-8358-49FF-C656303D4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9B51F-84E8-03AB-9A4E-3906039CC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EFC76-0875-6E05-ECC5-2302D3235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A8B56-B576-B1DD-D648-25E791F1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1638-E971-464A-ABE4-E7467DF11FD2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F53BB-8722-4D98-78D4-DAE29DD5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B1073-A2F8-8C64-69FE-58BDF0424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A0F98-AEF6-43C6-BDA6-522B84E5C9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0483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1A9E5-45B3-A66B-FA16-222E4E562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52D32-3C30-18A3-BD21-32ABE659D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74FA1-77B6-CC73-4AE1-078B4702B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D4ACC-C8CA-0375-A7D1-6A2DE7374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73F39-A6BC-32C5-DEAC-C6BFBCB92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09E03-72A6-E283-7418-FCF6DE835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1638-E971-464A-ABE4-E7467DF11FD2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C66447-D526-6772-0BC0-EA431AF18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D6FA1-7880-ED8B-7B48-39988EDC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A0F98-AEF6-43C6-BDA6-522B84E5C9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47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1944A-45F4-81B7-6CB3-9AC50D06D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3C7405-0FF4-8290-6ED6-072874FB7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1638-E971-464A-ABE4-E7467DF11FD2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8FCCD-85C9-20FB-38E5-E242D2145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2A70A6-015F-145E-B097-9CDA4CD5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A0F98-AEF6-43C6-BDA6-522B84E5C9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189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D2CC38-31C8-8DF0-CCA9-C95D75F97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1638-E971-464A-ABE4-E7467DF11FD2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A8422D-9270-E39A-83DD-BC81BF21C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FA631-DCE5-6E4A-26F5-3A9777A83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A0F98-AEF6-43C6-BDA6-522B84E5C9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09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0C1C2-8CCA-5122-5530-6F2764CDB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06258-B328-7BB1-D483-921D42198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9A91A-F89F-98E8-0E57-90EF9576A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963E4-EDC4-D154-953C-4E8C3022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1638-E971-464A-ABE4-E7467DF11FD2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A7FCA-59EF-AE37-080B-D07A5599D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4A92C6-553D-4667-6A10-84CD0821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A0F98-AEF6-43C6-BDA6-522B84E5C9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759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FA6F-BD28-2E5E-5923-65A226A4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514CFB-F17B-FD80-9DB5-1B86DBC3D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FAC6C-046A-228D-BC07-6099B87B4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3FAF5-2CEC-49EF-27E9-701F1690F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1638-E971-464A-ABE4-E7467DF11FD2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A29CB-2D49-A277-CD61-B6F6762A1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7E17B-02A0-1133-0AC4-30FC28180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A0F98-AEF6-43C6-BDA6-522B84E5C9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079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C290B-E545-D95A-4A82-8586EA27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7BD2F7-6CB8-566E-39F9-A15E1072B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6C321-AFCA-44BF-4806-A3E50893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1638-E971-464A-ABE4-E7467DF11FD2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2C2FE-4E7F-E63B-06CD-8F7D13CF6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33434-7538-FC74-5ED1-B0DA09DE9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A0F98-AEF6-43C6-BDA6-522B84E5C9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01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4FF92F-279A-9CE9-AD33-79FBDEB928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188C2E-843A-1E45-DE84-D2A326263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39A2C-6373-6D5A-25C1-4D702DA74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1638-E971-464A-ABE4-E7467DF11FD2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49B85-7848-63C0-A724-6A3599CF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31C85-FB59-7102-90C8-EBB361EA6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A0F98-AEF6-43C6-BDA6-522B84E5C9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355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425E0-1E62-7FD4-A4AB-49EA00929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704C6-9CF4-5C79-678B-9C7278144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F976C-8587-7453-3255-BA2B4A743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31638-E971-464A-ABE4-E7467DF11FD2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AC5B2-7B47-1799-680B-E1C80BAAB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95443-42D0-4112-140A-76DCF5431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6A0F98-AEF6-43C6-BDA6-522B84E5C9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52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483FED-7CBE-8FF1-EF5F-560DCAAF3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8" y="235974"/>
            <a:ext cx="10972800" cy="636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3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D8E80-CF22-4BFF-388D-CA7AA144A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FF44D1-F1C4-EC30-A0F3-98AD8F0C8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6" y="235974"/>
            <a:ext cx="10982633" cy="633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46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Advik Nayak</dc:creator>
  <cp:lastModifiedBy>Advik Nayak</cp:lastModifiedBy>
  <cp:revision>3</cp:revision>
  <dcterms:created xsi:type="dcterms:W3CDTF">2026-05-06T18:37:22Z</dcterms:created>
  <dcterms:modified xsi:type="dcterms:W3CDTF">2026-05-06T18:40:16Z</dcterms:modified>
</cp:coreProperties>
</file>